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</p:sldIdLst>
  <p:sldSz cx="12192000" cy="6858000"/>
  <p:notesSz cx="6858000" cy="9144000"/>
  <p:defaultTextStyle>
    <a:defPPr>
      <a:defRPr lang="en-N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313"/>
  </p:normalViewPr>
  <p:slideViewPr>
    <p:cSldViewPr snapToGrid="0">
      <p:cViewPr varScale="1">
        <p:scale>
          <a:sx n="76" d="100"/>
          <a:sy n="76" d="100"/>
        </p:scale>
        <p:origin x="216" y="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D00DC-A81C-6A6C-05AC-7DD963780D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38B3F3-6F0B-F349-BE71-CE95964982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1B6455-3BC3-8258-5656-EF2A3A881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75D34-4491-0D4F-B7A2-9F534C92756B}" type="datetimeFigureOut">
              <a:rPr lang="en-NG" smtClean="0"/>
              <a:t>26/05/2026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78C90-D1DD-490A-B4CE-636565B66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0D3822-4737-DADA-CEBB-481F9B42B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1CBC7-AC1A-6343-9ECF-CEF6F2811CB5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67765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2EDBC-C6CC-357B-FE7F-AE03569FE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A6F14-E62C-2DD4-13CE-C4F3D690D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5285EB-AFFD-E160-D679-F93E71FA0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75D34-4491-0D4F-B7A2-9F534C92756B}" type="datetimeFigureOut">
              <a:rPr lang="en-NG" smtClean="0"/>
              <a:t>26/05/2026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ECCA0E-CF0D-4009-FF3E-9912AAD5D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E07AC-8FEF-A28F-32B5-45D395B29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1CBC7-AC1A-6343-9ECF-CEF6F2811CB5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315413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AEF15-8AD6-A788-A258-1553364EF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4484D2-E8C1-7A3F-4345-D2B0AB7CE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026953-42AC-6F40-55B9-3226139F8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75D34-4491-0D4F-B7A2-9F534C92756B}" type="datetimeFigureOut">
              <a:rPr lang="en-NG" smtClean="0"/>
              <a:t>26/05/2026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C9497-C003-8A82-1D6D-A0BE3313E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45F9C-D53A-8569-0EC3-B49272FF7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1CBC7-AC1A-6343-9ECF-CEF6F2811CB5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419363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98AA0-81B9-7178-B030-98E09D1DE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AEF8A-5CE2-E4F2-5FCA-C0E4D01851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F4D79A-9392-B568-F004-537602656B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9E1E93-CE1C-A5EC-64AB-4697A39B4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75D34-4491-0D4F-B7A2-9F534C92756B}" type="datetimeFigureOut">
              <a:rPr lang="en-NG" smtClean="0"/>
              <a:t>26/05/2026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B881F8-05DF-F989-7727-EC355C3E0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02BAED-E4D3-0833-5654-80CF42A27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1CBC7-AC1A-6343-9ECF-CEF6F2811CB5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652165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45FDC-28EA-73E5-C340-000549B59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96995B-0BA5-DCAD-4FD8-15B4907533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902CC7-46A6-5933-E547-CCA2F90268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1A1C6F-3E86-2DCA-CD91-515C9A816B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7521F8-5FD0-123F-8F84-31928CCD04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6FFB41-7B9F-0F6D-C710-F8F5BD995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75D34-4491-0D4F-B7A2-9F534C92756B}" type="datetimeFigureOut">
              <a:rPr lang="en-NG" smtClean="0"/>
              <a:t>26/05/2026</a:t>
            </a:fld>
            <a:endParaRPr lang="en-N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2523F9-D1E1-63D6-87B5-0002D8FBD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711043-5CF1-9703-3E2A-7D1D49EC5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1CBC7-AC1A-6343-9ECF-CEF6F2811CB5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941575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16D84-A170-33D3-0307-79881B084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3CFB73-F321-9911-4130-5E9808325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75D34-4491-0D4F-B7A2-9F534C92756B}" type="datetimeFigureOut">
              <a:rPr lang="en-NG" smtClean="0"/>
              <a:t>26/05/2026</a:t>
            </a:fld>
            <a:endParaRPr lang="en-N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4B9DCB-6C53-2155-5E1E-C2F418F66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C23A0B-2F82-BCF9-B17C-BDC3122F2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1CBC7-AC1A-6343-9ECF-CEF6F2811CB5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569266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1B8D6B-B1F8-420D-AE65-7374D381D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75D34-4491-0D4F-B7A2-9F534C92756B}" type="datetimeFigureOut">
              <a:rPr lang="en-NG" smtClean="0"/>
              <a:t>26/05/2026</a:t>
            </a:fld>
            <a:endParaRPr lang="en-N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173CE4-A63C-2641-E4CA-B2338649E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27500F-8263-D754-D22D-8A050A9A0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1CBC7-AC1A-6343-9ECF-CEF6F2811CB5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798706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0C11A-E2BC-509F-EC3F-5798D94CC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F1B8B-0037-DD76-1664-D630AE6B8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4F2E3A-8BAD-E8AA-B200-1E9FCFCD1D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004246-206E-215E-B86E-410E09643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75D34-4491-0D4F-B7A2-9F534C92756B}" type="datetimeFigureOut">
              <a:rPr lang="en-NG" smtClean="0"/>
              <a:t>26/05/2026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E9CF7A-B38F-2C4A-18AE-572388C42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9D7537-7EC0-DBDA-C968-2220E407D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1CBC7-AC1A-6343-9ECF-CEF6F2811CB5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0270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57A9E-D620-A504-6420-7D607EE89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FA9D82-AA08-2819-E636-A79F608BED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C94E8-FD77-CA85-735F-350FA96A94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4E25B3-2D15-78F6-91C2-39E74B640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75D34-4491-0D4F-B7A2-9F534C92756B}" type="datetimeFigureOut">
              <a:rPr lang="en-NG" smtClean="0"/>
              <a:t>26/05/2026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D313DF-048C-C407-2ECA-EC1E0003B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0995E8-E937-455E-14A6-CAB961774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1CBC7-AC1A-6343-9ECF-CEF6F2811CB5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756231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8A1B4-378C-78F6-9C39-9AE7A9F9E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0ABEB3-72C9-964D-E3B5-A4478A00FD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6A20A3-EF0B-B54D-7918-A46BF6DB5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75D34-4491-0D4F-B7A2-9F534C92756B}" type="datetimeFigureOut">
              <a:rPr lang="en-NG" smtClean="0"/>
              <a:t>26/05/2026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FD95A3-BC62-9817-4C5A-D497E3212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FECD02-F8A8-73D7-F6C4-F33A1BA1A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1CBC7-AC1A-6343-9ECF-CEF6F2811CB5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453636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5F19E3-D58A-B6A4-0F6E-AA7FC21643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2EC370-68B1-2A85-7410-B746AADA93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66ED8-ED20-AF32-B24F-61DFC2DC4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75D34-4491-0D4F-B7A2-9F534C92756B}" type="datetimeFigureOut">
              <a:rPr lang="en-NG" smtClean="0"/>
              <a:t>26/05/2026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FB592-18F8-0C24-71AE-37398EAD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C262B-3BE6-BA0B-31CA-75A952C78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1CBC7-AC1A-6343-9ECF-CEF6F2811CB5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501091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362BF9-92BE-5A31-5853-1FD5A4C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8AD5A8-C191-2A72-BC37-2DCBE23967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39B477-3694-005B-32F1-FF3FB06942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675D34-4491-0D4F-B7A2-9F534C92756B}" type="datetimeFigureOut">
              <a:rPr lang="en-NG" smtClean="0"/>
              <a:t>26/05/2026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AF9D8-1925-C0B7-052B-01C7EC678D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C5833A-F244-786D-C15A-E77EB01025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F1CBC7-AC1A-6343-9ECF-CEF6F2811CB5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236055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12" Type="http://schemas.openxmlformats.org/officeDocument/2006/relationships/image" Target="../media/image13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13" Type="http://schemas.openxmlformats.org/officeDocument/2006/relationships/image" Target="../media/image25.jpeg"/><Relationship Id="rId3" Type="http://schemas.openxmlformats.org/officeDocument/2006/relationships/image" Target="../media/image16.jpeg"/><Relationship Id="rId7" Type="http://schemas.openxmlformats.org/officeDocument/2006/relationships/image" Target="../media/image20.png"/><Relationship Id="rId12" Type="http://schemas.openxmlformats.org/officeDocument/2006/relationships/image" Target="../media/image24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3.png"/><Relationship Id="rId5" Type="http://schemas.openxmlformats.org/officeDocument/2006/relationships/image" Target="../media/image18.jpeg"/><Relationship Id="rId10" Type="http://schemas.openxmlformats.org/officeDocument/2006/relationships/image" Target="../media/image22.jpeg"/><Relationship Id="rId4" Type="http://schemas.openxmlformats.org/officeDocument/2006/relationships/image" Target="../media/image17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eg"/><Relationship Id="rId13" Type="http://schemas.openxmlformats.org/officeDocument/2006/relationships/image" Target="../media/image36.jpe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4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jpeg"/><Relationship Id="rId9" Type="http://schemas.openxmlformats.org/officeDocument/2006/relationships/image" Target="../media/image33.jpeg"/><Relationship Id="rId14" Type="http://schemas.openxmlformats.org/officeDocument/2006/relationships/image" Target="../media/image37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jpeg"/><Relationship Id="rId13" Type="http://schemas.openxmlformats.org/officeDocument/2006/relationships/image" Target="../media/image47.png"/><Relationship Id="rId3" Type="http://schemas.openxmlformats.org/officeDocument/2006/relationships/image" Target="../media/image37.jpeg"/><Relationship Id="rId7" Type="http://schemas.openxmlformats.org/officeDocument/2006/relationships/image" Target="../media/image41.jpeg"/><Relationship Id="rId12" Type="http://schemas.openxmlformats.org/officeDocument/2006/relationships/image" Target="../media/image46.pn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jpeg"/><Relationship Id="rId4" Type="http://schemas.openxmlformats.org/officeDocument/2006/relationships/image" Target="../media/image38.png"/><Relationship Id="rId9" Type="http://schemas.openxmlformats.org/officeDocument/2006/relationships/image" Target="../media/image43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jpeg"/><Relationship Id="rId3" Type="http://schemas.openxmlformats.org/officeDocument/2006/relationships/image" Target="../media/image48.jpeg"/><Relationship Id="rId7" Type="http://schemas.openxmlformats.org/officeDocument/2006/relationships/image" Target="../media/image52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jpg"/><Relationship Id="rId5" Type="http://schemas.openxmlformats.org/officeDocument/2006/relationships/image" Target="../media/image50.jpeg"/><Relationship Id="rId10" Type="http://schemas.openxmlformats.org/officeDocument/2006/relationships/image" Target="../media/image55.jpeg"/><Relationship Id="rId4" Type="http://schemas.openxmlformats.org/officeDocument/2006/relationships/image" Target="../media/image49.jpeg"/><Relationship Id="rId9" Type="http://schemas.openxmlformats.org/officeDocument/2006/relationships/image" Target="../media/image54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D18D3-D79A-EEB6-21AB-8EDABD80F5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NG" dirty="0"/>
              <a:t>NCCECC-2026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6EE48A-A82D-7A5C-46F7-EADA817473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NG" dirty="0"/>
              <a:t>SPEAKERS</a:t>
            </a:r>
          </a:p>
        </p:txBody>
      </p:sp>
    </p:spTree>
    <p:extLst>
      <p:ext uri="{BB962C8B-B14F-4D97-AF65-F5344CB8AC3E}">
        <p14:creationId xmlns:p14="http://schemas.microsoft.com/office/powerpoint/2010/main" val="1996042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05F4B-91A7-653C-E290-17A22123C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G" b="1" dirty="0"/>
              <a:t>Keynote Speaker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A587228-6929-F8D1-159D-D7D8096E5C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845" y="1666804"/>
            <a:ext cx="3768109" cy="35827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817C898-1264-2D02-3D68-C0CFB9FB8022}"/>
              </a:ext>
            </a:extLst>
          </p:cNvPr>
          <p:cNvSpPr txBox="1"/>
          <p:nvPr/>
        </p:nvSpPr>
        <p:spPr>
          <a:xfrm>
            <a:off x="1076845" y="5554639"/>
            <a:ext cx="47494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Prof. Michael O. Daramola</a:t>
            </a:r>
            <a:endParaRPr lang="en-NG" sz="2800" b="1" dirty="0"/>
          </a:p>
        </p:txBody>
      </p:sp>
      <p:pic>
        <p:nvPicPr>
          <p:cNvPr id="3074" name="Picture 2" descr="University of Pretoria Logo">
            <a:extLst>
              <a:ext uri="{FF2B5EF4-FFF2-40B4-BE49-F238E27FC236}">
                <a16:creationId xmlns:a16="http://schemas.microsoft.com/office/drawing/2014/main" id="{214E20BD-F636-F699-88D5-4A43B5D87B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5614" y="2182219"/>
            <a:ext cx="3900143" cy="2430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252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ECB0-0677-5879-0465-F5107024F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G" b="1" dirty="0"/>
              <a:t>Speakers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0E97CA0-C711-6A1E-BE3E-BEA236C7FC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162" y="1460779"/>
            <a:ext cx="1504760" cy="15485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A289408-5C89-6678-05C3-758A18A74F85}"/>
              </a:ext>
            </a:extLst>
          </p:cNvPr>
          <p:cNvSpPr txBox="1"/>
          <p:nvPr/>
        </p:nvSpPr>
        <p:spPr>
          <a:xfrm>
            <a:off x="218361" y="3261814"/>
            <a:ext cx="3084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Vincent </a:t>
            </a:r>
            <a:r>
              <a:rPr lang="en-GB" b="1" dirty="0" err="1"/>
              <a:t>Anayochukwu</a:t>
            </a:r>
            <a:r>
              <a:rPr lang="en-GB" b="1" dirty="0"/>
              <a:t> Ani </a:t>
            </a:r>
            <a:endParaRPr lang="en-NG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BA5F6A-70ED-AB1A-D78A-B02F3226B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2985" y="1608313"/>
            <a:ext cx="1137693" cy="154092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CD3462B-B99B-1E78-D7C1-435BCCFE1123}"/>
              </a:ext>
            </a:extLst>
          </p:cNvPr>
          <p:cNvSpPr txBox="1"/>
          <p:nvPr/>
        </p:nvSpPr>
        <p:spPr>
          <a:xfrm>
            <a:off x="206988" y="5857172"/>
            <a:ext cx="3084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err="1"/>
              <a:t>Ozioko</a:t>
            </a:r>
            <a:r>
              <a:rPr lang="en-GB" b="1" dirty="0"/>
              <a:t> Anthonia Taiwo</a:t>
            </a:r>
            <a:endParaRPr lang="en-NG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FE6DDF9-4A66-DB29-9D6F-6DF0960AC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1612" y="4176375"/>
            <a:ext cx="1137693" cy="15409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28AEB40-DD50-2878-C51D-059C3C351DA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924" y="4041547"/>
            <a:ext cx="1830331" cy="15409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4EBD053-DEFB-18FC-B29E-DCBD1CF995F9}"/>
              </a:ext>
            </a:extLst>
          </p:cNvPr>
          <p:cNvSpPr txBox="1"/>
          <p:nvPr/>
        </p:nvSpPr>
        <p:spPr>
          <a:xfrm>
            <a:off x="4208065" y="5873092"/>
            <a:ext cx="3084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Elizabeth </a:t>
            </a:r>
            <a:r>
              <a:rPr lang="en-GB" b="1" dirty="0" err="1"/>
              <a:t>Oses</a:t>
            </a:r>
            <a:r>
              <a:rPr lang="en-GB" b="1" dirty="0"/>
              <a:t> </a:t>
            </a:r>
            <a:r>
              <a:rPr lang="en-GB" b="1" dirty="0" err="1"/>
              <a:t>Amuta</a:t>
            </a:r>
            <a:endParaRPr lang="en-NG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0BE6DE-91D7-4D85-E8CA-49263FD4C0ED}"/>
              </a:ext>
            </a:extLst>
          </p:cNvPr>
          <p:cNvSpPr txBox="1"/>
          <p:nvPr/>
        </p:nvSpPr>
        <p:spPr>
          <a:xfrm>
            <a:off x="8045369" y="5834420"/>
            <a:ext cx="3084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Babatunde </a:t>
            </a:r>
            <a:r>
              <a:rPr lang="en-GB" b="1" dirty="0" err="1"/>
              <a:t>Oluseyi</a:t>
            </a:r>
            <a:r>
              <a:rPr lang="en-GB" b="1" dirty="0"/>
              <a:t> </a:t>
            </a:r>
            <a:r>
              <a:rPr lang="en-GB" b="1" dirty="0" err="1"/>
              <a:t>Ajiboye</a:t>
            </a:r>
            <a:endParaRPr lang="en-NG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BA34E3-F597-0EC1-6C04-8D8F0D0A2C96}"/>
              </a:ext>
            </a:extLst>
          </p:cNvPr>
          <p:cNvSpPr txBox="1"/>
          <p:nvPr/>
        </p:nvSpPr>
        <p:spPr>
          <a:xfrm>
            <a:off x="4014723" y="3264086"/>
            <a:ext cx="3084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Moses Eterigho Emetere</a:t>
            </a:r>
            <a:endParaRPr lang="en-NG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BA1BB7D-480C-32FF-2263-F962311FB94B}"/>
              </a:ext>
            </a:extLst>
          </p:cNvPr>
          <p:cNvSpPr txBox="1"/>
          <p:nvPr/>
        </p:nvSpPr>
        <p:spPr>
          <a:xfrm>
            <a:off x="7797437" y="3266358"/>
            <a:ext cx="3084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err="1"/>
              <a:t>Waidi</a:t>
            </a:r>
            <a:r>
              <a:rPr lang="en-GB" b="1" dirty="0"/>
              <a:t> </a:t>
            </a:r>
            <a:r>
              <a:rPr lang="en-GB" b="1" dirty="0" err="1"/>
              <a:t>Gbenro</a:t>
            </a:r>
            <a:r>
              <a:rPr lang="en-GB" b="1" dirty="0"/>
              <a:t> Adebayo </a:t>
            </a:r>
            <a:endParaRPr lang="en-NG" b="1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7ECA414-FDA8-6FDA-0C52-EDDFB08DE23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088" y="1405191"/>
            <a:ext cx="1604912" cy="1686691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E3A95A2C-19EE-E3DA-9256-C362D6088188}"/>
              </a:ext>
            </a:extLst>
          </p:cNvPr>
          <p:cNvGrpSpPr/>
          <p:nvPr/>
        </p:nvGrpSpPr>
        <p:grpSpPr>
          <a:xfrm>
            <a:off x="6202747" y="1268021"/>
            <a:ext cx="1536855" cy="2306458"/>
            <a:chOff x="6202747" y="1268021"/>
            <a:chExt cx="1536855" cy="2306458"/>
          </a:xfrm>
        </p:grpSpPr>
        <p:pic>
          <p:nvPicPr>
            <p:cNvPr id="4110" name="Picture 14" descr="University of Johannesburg South Africa - EDUCATION AGENT PARTNERSHIPS">
              <a:extLst>
                <a:ext uri="{FF2B5EF4-FFF2-40B4-BE49-F238E27FC236}">
                  <a16:creationId xmlns:a16="http://schemas.microsoft.com/office/drawing/2014/main" id="{2474A5E5-AB0E-F7BB-6E5A-256D366AB4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76940" y="2391052"/>
              <a:ext cx="1462662" cy="1183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0" name="Picture 4" descr="Bowen University in Nigeria : Reviews &amp; Rankings | Student ...">
              <a:extLst>
                <a:ext uri="{FF2B5EF4-FFF2-40B4-BE49-F238E27FC236}">
                  <a16:creationId xmlns:a16="http://schemas.microsoft.com/office/drawing/2014/main" id="{776C54BE-487D-DC67-F5F7-BF5644A347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02747" y="1268021"/>
              <a:ext cx="1507805" cy="11330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C70C049D-AE2E-8CC8-4051-A08A69BB54D8}"/>
              </a:ext>
            </a:extLst>
          </p:cNvPr>
          <p:cNvPicPr>
            <a:picLocks noChangeAspect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572574" y="4083949"/>
            <a:ext cx="1586842" cy="1719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2" name="Picture 6" descr="Reset Password — Bells University of Technology">
            <a:extLst>
              <a:ext uri="{FF2B5EF4-FFF2-40B4-BE49-F238E27FC236}">
                <a16:creationId xmlns:a16="http://schemas.microsoft.com/office/drawing/2014/main" id="{D3040C8F-8E45-A7E0-9800-120219CE91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4194" y="4124343"/>
            <a:ext cx="1604912" cy="1604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>
            <a:extLst>
              <a:ext uri="{FF2B5EF4-FFF2-40B4-BE49-F238E27FC236}">
                <a16:creationId xmlns:a16="http://schemas.microsoft.com/office/drawing/2014/main" id="{93C7EA34-F7D8-640E-669B-9DE82DFA15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6988" y="1651718"/>
            <a:ext cx="2344068" cy="935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7C1BDEB-7267-9B9F-BFE1-2F19375A69E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33470" y="1460252"/>
            <a:ext cx="1715418" cy="176475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D9D39AA-A2EE-832A-A52A-6A19F30472A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2038" y="4097044"/>
            <a:ext cx="1604912" cy="166744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4DCE0DEE-5161-2262-2F6D-2519B861D76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363216" y="4286365"/>
            <a:ext cx="1037230" cy="1213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744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ECB0-0677-5879-0465-F5107024F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G" b="1" dirty="0"/>
              <a:t>Speakers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289408-5C89-6678-05C3-758A18A74F85}"/>
              </a:ext>
            </a:extLst>
          </p:cNvPr>
          <p:cNvSpPr txBox="1"/>
          <p:nvPr/>
        </p:nvSpPr>
        <p:spPr>
          <a:xfrm>
            <a:off x="709682" y="3261814"/>
            <a:ext cx="3084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err="1"/>
              <a:t>Osa</a:t>
            </a:r>
            <a:r>
              <a:rPr lang="en-GB" b="1" dirty="0"/>
              <a:t> </a:t>
            </a:r>
            <a:r>
              <a:rPr lang="en-GB" b="1" dirty="0" err="1"/>
              <a:t>Edosa</a:t>
            </a:r>
            <a:r>
              <a:rPr lang="en-GB" b="1" dirty="0"/>
              <a:t> </a:t>
            </a:r>
            <a:endParaRPr lang="en-NG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D3462B-B99B-1E78-D7C1-435BCCFE1123}"/>
              </a:ext>
            </a:extLst>
          </p:cNvPr>
          <p:cNvSpPr txBox="1"/>
          <p:nvPr/>
        </p:nvSpPr>
        <p:spPr>
          <a:xfrm>
            <a:off x="559088" y="5857172"/>
            <a:ext cx="2732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Nuhu Musa </a:t>
            </a:r>
            <a:endParaRPr lang="en-NG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EBD053-DEFB-18FC-B29E-DCBD1CF995F9}"/>
              </a:ext>
            </a:extLst>
          </p:cNvPr>
          <p:cNvSpPr txBox="1"/>
          <p:nvPr/>
        </p:nvSpPr>
        <p:spPr>
          <a:xfrm>
            <a:off x="4208065" y="5873092"/>
            <a:ext cx="3084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err="1"/>
              <a:t>JekayinOluwa</a:t>
            </a:r>
            <a:r>
              <a:rPr lang="en-GB" b="1" dirty="0"/>
              <a:t> </a:t>
            </a:r>
            <a:r>
              <a:rPr lang="en-GB" b="1" dirty="0" err="1"/>
              <a:t>Olabemiwo</a:t>
            </a:r>
            <a:r>
              <a:rPr lang="en-GB" b="1" dirty="0"/>
              <a:t> </a:t>
            </a:r>
            <a:endParaRPr lang="en-NG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0BE6DE-91D7-4D85-E8CA-49263FD4C0ED}"/>
              </a:ext>
            </a:extLst>
          </p:cNvPr>
          <p:cNvSpPr txBox="1"/>
          <p:nvPr/>
        </p:nvSpPr>
        <p:spPr>
          <a:xfrm>
            <a:off x="8045369" y="5834420"/>
            <a:ext cx="3084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Michael </a:t>
            </a:r>
            <a:r>
              <a:rPr lang="en-GB" b="1" dirty="0" err="1"/>
              <a:t>Omodara</a:t>
            </a:r>
            <a:r>
              <a:rPr lang="en-GB" b="1" dirty="0"/>
              <a:t> </a:t>
            </a:r>
            <a:endParaRPr lang="en-NG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BA34E3-F597-0EC1-6C04-8D8F0D0A2C96}"/>
              </a:ext>
            </a:extLst>
          </p:cNvPr>
          <p:cNvSpPr txBox="1"/>
          <p:nvPr/>
        </p:nvSpPr>
        <p:spPr>
          <a:xfrm>
            <a:off x="4208065" y="3264086"/>
            <a:ext cx="2891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Bukola </a:t>
            </a:r>
            <a:r>
              <a:rPr lang="en-GB" b="1" dirty="0" err="1"/>
              <a:t>Badeji-Ajisafe</a:t>
            </a:r>
            <a:r>
              <a:rPr lang="en-GB" b="1" dirty="0"/>
              <a:t> </a:t>
            </a:r>
            <a:endParaRPr lang="en-NG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BA1BB7D-480C-32FF-2263-F962311FB94B}"/>
              </a:ext>
            </a:extLst>
          </p:cNvPr>
          <p:cNvSpPr txBox="1"/>
          <p:nvPr/>
        </p:nvSpPr>
        <p:spPr>
          <a:xfrm>
            <a:off x="7797437" y="3239062"/>
            <a:ext cx="3084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Esther </a:t>
            </a:r>
            <a:r>
              <a:rPr lang="en-GB" b="1" dirty="0" err="1"/>
              <a:t>Menegbe</a:t>
            </a:r>
            <a:r>
              <a:rPr lang="en-GB" b="1" dirty="0"/>
              <a:t> </a:t>
            </a:r>
            <a:r>
              <a:rPr lang="en-GB" b="1" dirty="0" err="1"/>
              <a:t>Gana</a:t>
            </a:r>
            <a:endParaRPr lang="en-NG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1C3095-6B1C-E354-24B8-4ABD5A691F5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089" y="1550581"/>
            <a:ext cx="1677166" cy="1645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6" name="Picture 2" descr="University of Benin - Crunchbase Company Profile &amp; Funding">
            <a:extLst>
              <a:ext uri="{FF2B5EF4-FFF2-40B4-BE49-F238E27FC236}">
                <a16:creationId xmlns:a16="http://schemas.microsoft.com/office/drawing/2014/main" id="{C2823EA5-D9AC-E057-9808-C137949E59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0954" y="1689145"/>
            <a:ext cx="1507155" cy="1507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D3FEE16-2502-BE6B-63A0-B969863075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221" y="3924564"/>
            <a:ext cx="1421000" cy="1725500"/>
          </a:xfrm>
          <a:prstGeom prst="rect">
            <a:avLst/>
          </a:prstGeom>
        </p:spPr>
      </p:pic>
      <p:pic>
        <p:nvPicPr>
          <p:cNvPr id="6148" name="Picture 4" descr="Prince Abubakar Audu University, Anyigba - Committee of Pro ...">
            <a:extLst>
              <a:ext uri="{FF2B5EF4-FFF2-40B4-BE49-F238E27FC236}">
                <a16:creationId xmlns:a16="http://schemas.microsoft.com/office/drawing/2014/main" id="{BFF0391B-85B8-A634-A016-559AD9652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0954" y="4083949"/>
            <a:ext cx="1692324" cy="1615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5D3906A-EC17-0FFF-C7A0-3FDAAA393C6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-26125" r="-5409"/>
          <a:stretch/>
        </p:blipFill>
        <p:spPr bwMode="auto">
          <a:xfrm>
            <a:off x="4443982" y="1529516"/>
            <a:ext cx="1381760" cy="16383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150" name="Picture 6" descr="Federal University of Technology and Environmental Sciences">
            <a:extLst>
              <a:ext uri="{FF2B5EF4-FFF2-40B4-BE49-F238E27FC236}">
                <a16:creationId xmlns:a16="http://schemas.microsoft.com/office/drawing/2014/main" id="{CACCE0BF-EBD4-CCC5-9091-B04D9C7C0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7463" y="1724256"/>
            <a:ext cx="1507155" cy="1395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CA9E88C-7A9D-FD7C-A64A-06F96B3585B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6210" y="3919534"/>
            <a:ext cx="1617407" cy="180972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073FF7D-68EA-5355-1C97-0BFCFA9646D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9584" y="4152909"/>
            <a:ext cx="1193400" cy="139599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6B267D2-650B-DB90-130C-A8F1F276DB9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1119" y="1567517"/>
            <a:ext cx="1507155" cy="1593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6152" name="Picture 8" descr="Undergraduate Schedule of Fees – Federal University of Technology Minna">
            <a:extLst>
              <a:ext uri="{FF2B5EF4-FFF2-40B4-BE49-F238E27FC236}">
                <a16:creationId xmlns:a16="http://schemas.microsoft.com/office/drawing/2014/main" id="{A9686612-B0E1-238F-98F0-7006E481C9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0843" y="1653689"/>
            <a:ext cx="1281208" cy="1353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EFEC9BA-5D00-702C-B4E0-1202BE048BF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5369" y="3916713"/>
            <a:ext cx="1850486" cy="1632189"/>
          </a:xfrm>
          <a:prstGeom prst="rect">
            <a:avLst/>
          </a:prstGeom>
        </p:spPr>
      </p:pic>
      <p:pic>
        <p:nvPicPr>
          <p:cNvPr id="6154" name="Picture 10" descr="Nigerian Stored Products Research Institute (@nspri_official) • Instagram  photos and videos">
            <a:extLst>
              <a:ext uri="{FF2B5EF4-FFF2-40B4-BE49-F238E27FC236}">
                <a16:creationId xmlns:a16="http://schemas.microsoft.com/office/drawing/2014/main" id="{261F99AE-76AF-0CCB-F269-5293563EA4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5945" y="4082743"/>
            <a:ext cx="1484617" cy="1484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2370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ECB0-0677-5879-0465-F5107024F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G" b="1" dirty="0"/>
              <a:t>Speakers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289408-5C89-6678-05C3-758A18A74F85}"/>
              </a:ext>
            </a:extLst>
          </p:cNvPr>
          <p:cNvSpPr txBox="1"/>
          <p:nvPr/>
        </p:nvSpPr>
        <p:spPr>
          <a:xfrm>
            <a:off x="464024" y="3271050"/>
            <a:ext cx="3084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Elijah Ige </a:t>
            </a:r>
            <a:r>
              <a:rPr lang="en-GB" b="1" dirty="0" err="1"/>
              <a:t>Ohimain</a:t>
            </a:r>
            <a:r>
              <a:rPr lang="en-GB" b="1" dirty="0"/>
              <a:t> </a:t>
            </a:r>
            <a:endParaRPr lang="en-NG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D3462B-B99B-1E78-D7C1-435BCCFE1123}"/>
              </a:ext>
            </a:extLst>
          </p:cNvPr>
          <p:cNvSpPr txBox="1"/>
          <p:nvPr/>
        </p:nvSpPr>
        <p:spPr>
          <a:xfrm>
            <a:off x="109182" y="5857172"/>
            <a:ext cx="3439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IJAOLA </a:t>
            </a:r>
            <a:r>
              <a:rPr lang="en-GB" b="1" dirty="0" err="1"/>
              <a:t>Opololaoluwa</a:t>
            </a:r>
            <a:r>
              <a:rPr lang="en-GB" b="1" dirty="0"/>
              <a:t> </a:t>
            </a:r>
            <a:r>
              <a:rPr lang="en-GB" b="1" dirty="0" err="1"/>
              <a:t>Oladimarun</a:t>
            </a:r>
            <a:r>
              <a:rPr lang="en-GB" b="1" dirty="0"/>
              <a:t> </a:t>
            </a:r>
            <a:endParaRPr lang="en-NG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EBD053-DEFB-18FC-B29E-DCBD1CF995F9}"/>
              </a:ext>
            </a:extLst>
          </p:cNvPr>
          <p:cNvSpPr txBox="1"/>
          <p:nvPr/>
        </p:nvSpPr>
        <p:spPr>
          <a:xfrm>
            <a:off x="4208065" y="5873092"/>
            <a:ext cx="3084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Charles </a:t>
            </a:r>
            <a:r>
              <a:rPr lang="en-GB" b="1" dirty="0" err="1"/>
              <a:t>Baridi</a:t>
            </a:r>
            <a:r>
              <a:rPr lang="en-GB" b="1" dirty="0"/>
              <a:t> </a:t>
            </a:r>
            <a:r>
              <a:rPr lang="en-GB" b="1" dirty="0" err="1"/>
              <a:t>Kpina</a:t>
            </a:r>
            <a:r>
              <a:rPr lang="en-GB" b="1" dirty="0"/>
              <a:t> </a:t>
            </a:r>
            <a:endParaRPr lang="en-NG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0BE6DE-91D7-4D85-E8CA-49263FD4C0ED}"/>
              </a:ext>
            </a:extLst>
          </p:cNvPr>
          <p:cNvSpPr txBox="1"/>
          <p:nvPr/>
        </p:nvSpPr>
        <p:spPr>
          <a:xfrm>
            <a:off x="8045369" y="5834420"/>
            <a:ext cx="3084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Joseph O. Dirisu</a:t>
            </a:r>
            <a:endParaRPr lang="en-NG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BA34E3-F597-0EC1-6C04-8D8F0D0A2C96}"/>
              </a:ext>
            </a:extLst>
          </p:cNvPr>
          <p:cNvSpPr txBox="1"/>
          <p:nvPr/>
        </p:nvSpPr>
        <p:spPr>
          <a:xfrm>
            <a:off x="4208065" y="3264086"/>
            <a:ext cx="2891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Casper </a:t>
            </a:r>
            <a:r>
              <a:rPr lang="en-GB" b="1" dirty="0" err="1"/>
              <a:t>Boongaling</a:t>
            </a:r>
            <a:r>
              <a:rPr lang="en-GB" b="1" dirty="0"/>
              <a:t> </a:t>
            </a:r>
            <a:r>
              <a:rPr lang="en-GB" b="1" dirty="0" err="1"/>
              <a:t>Agaton</a:t>
            </a:r>
            <a:endParaRPr lang="en-NG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BA1BB7D-480C-32FF-2263-F962311FB94B}"/>
              </a:ext>
            </a:extLst>
          </p:cNvPr>
          <p:cNvSpPr txBox="1"/>
          <p:nvPr/>
        </p:nvSpPr>
        <p:spPr>
          <a:xfrm>
            <a:off x="7797437" y="3239062"/>
            <a:ext cx="3084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John </a:t>
            </a:r>
            <a:r>
              <a:rPr lang="en-GB" b="1" dirty="0" err="1"/>
              <a:t>Afamefuna</a:t>
            </a:r>
            <a:r>
              <a:rPr lang="en-GB" b="1" dirty="0"/>
              <a:t> </a:t>
            </a:r>
            <a:r>
              <a:rPr lang="en-GB" b="1" dirty="0" err="1"/>
              <a:t>Chikelu</a:t>
            </a:r>
            <a:r>
              <a:rPr lang="en-GB" b="1" dirty="0"/>
              <a:t> </a:t>
            </a:r>
            <a:endParaRPr lang="en-NG" b="1" dirty="0"/>
          </a:p>
        </p:txBody>
      </p:sp>
      <p:pic>
        <p:nvPicPr>
          <p:cNvPr id="8194" name="Picture 2" descr="NDU - Niger Delta University">
            <a:extLst>
              <a:ext uri="{FF2B5EF4-FFF2-40B4-BE49-F238E27FC236}">
                <a16:creationId xmlns:a16="http://schemas.microsoft.com/office/drawing/2014/main" id="{0CD73FB8-D5FF-EDD8-C4DC-C8C9ECA9FC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8251" y="1734960"/>
            <a:ext cx="1503313" cy="1557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1.png">
            <a:extLst>
              <a:ext uri="{FF2B5EF4-FFF2-40B4-BE49-F238E27FC236}">
                <a16:creationId xmlns:a16="http://schemas.microsoft.com/office/drawing/2014/main" id="{5704DCA6-16B3-0256-8B41-F6EEBA39EAA0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654140" y="1613465"/>
            <a:ext cx="1435829" cy="1638300"/>
          </a:xfrm>
          <a:prstGeom prst="rect">
            <a:avLst/>
          </a:prstGeom>
          <a:ln/>
        </p:spPr>
      </p:pic>
      <p:pic>
        <p:nvPicPr>
          <p:cNvPr id="4" name="Picture 3" descr="Dr. Opololaoluwa O. Ogunlowo">
            <a:extLst>
              <a:ext uri="{FF2B5EF4-FFF2-40B4-BE49-F238E27FC236}">
                <a16:creationId xmlns:a16="http://schemas.microsoft.com/office/drawing/2014/main" id="{9E067AF2-BC6A-BAFB-4C4B-7F06F63AD5C6}"/>
              </a:ext>
            </a:extLst>
          </p:cNvPr>
          <p:cNvPicPr>
            <a:picLocks/>
          </p:cNvPicPr>
          <p:nvPr/>
        </p:nvPicPr>
        <p:blipFill>
          <a:blip r:embed="rId4" cstate="print"/>
          <a:srcRect/>
          <a:stretch/>
        </p:blipFill>
        <p:spPr>
          <a:xfrm>
            <a:off x="478789" y="4076543"/>
            <a:ext cx="1585257" cy="1615181"/>
          </a:xfrm>
          <a:prstGeom prst="rect">
            <a:avLst/>
          </a:prstGeom>
          <a:ln>
            <a:noFill/>
          </a:ln>
        </p:spPr>
      </p:pic>
      <p:pic>
        <p:nvPicPr>
          <p:cNvPr id="8196" name="Picture 4" descr="FUOTUOKE – Federal University Otuoke">
            <a:extLst>
              <a:ext uri="{FF2B5EF4-FFF2-40B4-BE49-F238E27FC236}">
                <a16:creationId xmlns:a16="http://schemas.microsoft.com/office/drawing/2014/main" id="{E7CF7A8D-4B56-F887-D9D3-3A98B7DDB1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5216" y="4070635"/>
            <a:ext cx="1689823" cy="1605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39FC19D-9F26-C2F7-945A-E294678C886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601366" y="1589024"/>
            <a:ext cx="1324477" cy="1587619"/>
          </a:xfrm>
          <a:prstGeom prst="rect">
            <a:avLst/>
          </a:prstGeom>
        </p:spPr>
      </p:pic>
      <p:pic>
        <p:nvPicPr>
          <p:cNvPr id="8198" name="Picture 6">
            <a:extLst>
              <a:ext uri="{FF2B5EF4-FFF2-40B4-BE49-F238E27FC236}">
                <a16:creationId xmlns:a16="http://schemas.microsoft.com/office/drawing/2014/main" id="{E87ACF95-B8BE-78B6-85A2-13A9C7747E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/>
          <a:srcRect/>
          <a:stretch/>
        </p:blipFill>
        <p:spPr bwMode="auto">
          <a:xfrm>
            <a:off x="6344181" y="1746068"/>
            <a:ext cx="1211098" cy="1211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AD6C27-4BC8-E17B-29F3-6F3FCAE606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6698" y="4132791"/>
            <a:ext cx="1648936" cy="1632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8200" name="Picture 8" descr="NIGERIA MARITIME UNIVERSITY">
            <a:extLst>
              <a:ext uri="{FF2B5EF4-FFF2-40B4-BE49-F238E27FC236}">
                <a16:creationId xmlns:a16="http://schemas.microsoft.com/office/drawing/2014/main" id="{D4BB0735-F6D4-27C1-99AE-7CEE3910C0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7316" y="4376568"/>
            <a:ext cx="1057963" cy="1221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1.png">
            <a:extLst>
              <a:ext uri="{FF2B5EF4-FFF2-40B4-BE49-F238E27FC236}">
                <a16:creationId xmlns:a16="http://schemas.microsoft.com/office/drawing/2014/main" id="{AA35B561-9615-0122-1D81-E07761683AB2}"/>
              </a:ext>
            </a:extLst>
          </p:cNvPr>
          <p:cNvPicPr/>
          <p:nvPr/>
        </p:nvPicPr>
        <p:blipFill>
          <a:blip r:embed="rId10"/>
          <a:srcRect/>
          <a:stretch>
            <a:fillRect/>
          </a:stretch>
        </p:blipFill>
        <p:spPr>
          <a:xfrm>
            <a:off x="7992522" y="1582165"/>
            <a:ext cx="1579397" cy="1630633"/>
          </a:xfrm>
          <a:prstGeom prst="rect">
            <a:avLst/>
          </a:prstGeom>
          <a:ln/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B5946D5-3147-C3B6-0D5E-1E656135DEF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61315" y="1691943"/>
            <a:ext cx="1137693" cy="154092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2D2CE41-24EA-7CA2-A404-E445A138A19B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0390" y="4291651"/>
            <a:ext cx="1855692" cy="1473328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13C683F0-D7E5-3414-8FDF-0BB96B04162C}"/>
              </a:ext>
            </a:extLst>
          </p:cNvPr>
          <p:cNvGrpSpPr/>
          <p:nvPr/>
        </p:nvGrpSpPr>
        <p:grpSpPr>
          <a:xfrm>
            <a:off x="10346530" y="4139045"/>
            <a:ext cx="1366681" cy="2395127"/>
            <a:chOff x="10346530" y="4139045"/>
            <a:chExt cx="1366681" cy="2395127"/>
          </a:xfrm>
        </p:grpSpPr>
        <p:pic>
          <p:nvPicPr>
            <p:cNvPr id="8202" name="Picture 10" descr="CUT | Corporate Identity - using CUT 's logo and colours">
              <a:extLst>
                <a:ext uri="{FF2B5EF4-FFF2-40B4-BE49-F238E27FC236}">
                  <a16:creationId xmlns:a16="http://schemas.microsoft.com/office/drawing/2014/main" id="{14ABB814-09BF-0D59-DEDE-E7A1A3023B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46530" y="5266575"/>
              <a:ext cx="1366681" cy="12675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204" name="Picture 12" descr="Covenant in Timeline - Covenant University">
              <a:extLst>
                <a:ext uri="{FF2B5EF4-FFF2-40B4-BE49-F238E27FC236}">
                  <a16:creationId xmlns:a16="http://schemas.microsoft.com/office/drawing/2014/main" id="{2E03B5D5-A68D-6B3D-DD24-BA043FD9B8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41044" y="4139045"/>
              <a:ext cx="1057964" cy="10817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314400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ECB0-0677-5879-0465-F5107024F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G" b="1" dirty="0"/>
              <a:t>Speakers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289408-5C89-6678-05C3-758A18A74F85}"/>
              </a:ext>
            </a:extLst>
          </p:cNvPr>
          <p:cNvSpPr txBox="1"/>
          <p:nvPr/>
        </p:nvSpPr>
        <p:spPr>
          <a:xfrm>
            <a:off x="464024" y="3271050"/>
            <a:ext cx="3084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err="1"/>
              <a:t>Obanor</a:t>
            </a:r>
            <a:r>
              <a:rPr lang="en-GB" b="1" dirty="0"/>
              <a:t> I. Enoch</a:t>
            </a:r>
            <a:endParaRPr lang="en-NG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D3462B-B99B-1E78-D7C1-435BCCFE1123}"/>
              </a:ext>
            </a:extLst>
          </p:cNvPr>
          <p:cNvSpPr txBox="1"/>
          <p:nvPr/>
        </p:nvSpPr>
        <p:spPr>
          <a:xfrm>
            <a:off x="109182" y="5857172"/>
            <a:ext cx="3439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err="1"/>
              <a:t>Oluwarotimi</a:t>
            </a:r>
            <a:r>
              <a:rPr lang="en-GB" b="1" dirty="0"/>
              <a:t> </a:t>
            </a:r>
            <a:r>
              <a:rPr lang="en-GB" b="1" dirty="0" err="1"/>
              <a:t>Ayokunnu</a:t>
            </a:r>
            <a:r>
              <a:rPr lang="en-GB" b="1" dirty="0"/>
              <a:t> Owolabi</a:t>
            </a:r>
            <a:endParaRPr lang="en-NG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EBD053-DEFB-18FC-B29E-DCBD1CF995F9}"/>
              </a:ext>
            </a:extLst>
          </p:cNvPr>
          <p:cNvSpPr txBox="1"/>
          <p:nvPr/>
        </p:nvSpPr>
        <p:spPr>
          <a:xfrm>
            <a:off x="4208065" y="5873092"/>
            <a:ext cx="3084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Yinka Segun ADEMILUYI</a:t>
            </a:r>
            <a:endParaRPr lang="en-NG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0BE6DE-91D7-4D85-E8CA-49263FD4C0ED}"/>
              </a:ext>
            </a:extLst>
          </p:cNvPr>
          <p:cNvSpPr txBox="1"/>
          <p:nvPr/>
        </p:nvSpPr>
        <p:spPr>
          <a:xfrm>
            <a:off x="8045369" y="5834420"/>
            <a:ext cx="3084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err="1"/>
              <a:t>Umosekhaimhe</a:t>
            </a:r>
            <a:r>
              <a:rPr lang="en-GB" b="1" dirty="0"/>
              <a:t> G. </a:t>
            </a:r>
            <a:r>
              <a:rPr lang="en-GB" b="1" dirty="0" err="1"/>
              <a:t>Oshos</a:t>
            </a:r>
            <a:r>
              <a:rPr lang="en-GB" b="1" dirty="0"/>
              <a:t> </a:t>
            </a:r>
            <a:endParaRPr lang="en-NG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BA34E3-F597-0EC1-6C04-8D8F0D0A2C96}"/>
              </a:ext>
            </a:extLst>
          </p:cNvPr>
          <p:cNvSpPr txBox="1"/>
          <p:nvPr/>
        </p:nvSpPr>
        <p:spPr>
          <a:xfrm>
            <a:off x="4461777" y="3291382"/>
            <a:ext cx="2637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Leila </a:t>
            </a:r>
            <a:r>
              <a:rPr lang="en-GB" b="1" dirty="0" err="1"/>
              <a:t>Bekrit</a:t>
            </a:r>
            <a:endParaRPr lang="en-NG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BA1BB7D-480C-32FF-2263-F962311FB94B}"/>
              </a:ext>
            </a:extLst>
          </p:cNvPr>
          <p:cNvSpPr txBox="1"/>
          <p:nvPr/>
        </p:nvSpPr>
        <p:spPr>
          <a:xfrm>
            <a:off x="7797437" y="3239062"/>
            <a:ext cx="3084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Doris D. </a:t>
            </a:r>
            <a:r>
              <a:rPr lang="en-GB" b="1" dirty="0" err="1"/>
              <a:t>Houssou</a:t>
            </a:r>
            <a:r>
              <a:rPr lang="en-GB" b="1" dirty="0"/>
              <a:t> </a:t>
            </a:r>
            <a:endParaRPr lang="en-NG" b="1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EF7A7E6-B9F1-BAAC-E90E-712A0B960BCA}"/>
              </a:ext>
            </a:extLst>
          </p:cNvPr>
          <p:cNvGrpSpPr/>
          <p:nvPr/>
        </p:nvGrpSpPr>
        <p:grpSpPr>
          <a:xfrm>
            <a:off x="2405428" y="1436821"/>
            <a:ext cx="1366681" cy="2395127"/>
            <a:chOff x="2405428" y="1436821"/>
            <a:chExt cx="1366681" cy="2395127"/>
          </a:xfrm>
        </p:grpSpPr>
        <p:pic>
          <p:nvPicPr>
            <p:cNvPr id="8202" name="Picture 10" descr="CUT | Corporate Identity - using CUT 's logo and colours">
              <a:extLst>
                <a:ext uri="{FF2B5EF4-FFF2-40B4-BE49-F238E27FC236}">
                  <a16:creationId xmlns:a16="http://schemas.microsoft.com/office/drawing/2014/main" id="{14ABB814-09BF-0D59-DEDE-E7A1A3023B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05428" y="2564351"/>
              <a:ext cx="1366681" cy="12675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204" name="Picture 12" descr="Covenant in Timeline - Covenant University">
              <a:extLst>
                <a:ext uri="{FF2B5EF4-FFF2-40B4-BE49-F238E27FC236}">
                  <a16:creationId xmlns:a16="http://schemas.microsoft.com/office/drawing/2014/main" id="{2E03B5D5-A68D-6B3D-DD24-BA043FD9B8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99942" y="1436821"/>
              <a:ext cx="1057964" cy="10817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244281D7-80A0-842E-DA14-D9B20E3837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392" y="1598293"/>
            <a:ext cx="1603655" cy="164418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343AA96-4840-426C-88F7-7409C8A5EA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024" y="4111203"/>
            <a:ext cx="1480111" cy="1767208"/>
          </a:xfrm>
          <a:prstGeom prst="rect">
            <a:avLst/>
          </a:prstGeom>
        </p:spPr>
      </p:pic>
      <p:pic>
        <p:nvPicPr>
          <p:cNvPr id="14" name="Picture 12" descr="Covenant in Timeline - Covenant University">
            <a:extLst>
              <a:ext uri="{FF2B5EF4-FFF2-40B4-BE49-F238E27FC236}">
                <a16:creationId xmlns:a16="http://schemas.microsoft.com/office/drawing/2014/main" id="{65EF5212-9041-ACF8-666B-BE50D40BED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2531" y="4264582"/>
            <a:ext cx="1370164" cy="1401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A0AC76E-D25C-53F0-8141-F2E5D2C2B0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4793" y="1305427"/>
            <a:ext cx="1536844" cy="1965623"/>
          </a:xfrm>
          <a:prstGeom prst="rect">
            <a:avLst/>
          </a:prstGeom>
        </p:spPr>
      </p:pic>
      <p:pic>
        <p:nvPicPr>
          <p:cNvPr id="10242" name="Picture 2" descr="PAUWES - PAU Institute of Water and Energy Sciences, incl. Climate Change  (@PAUWES) • Facebook">
            <a:extLst>
              <a:ext uri="{FF2B5EF4-FFF2-40B4-BE49-F238E27FC236}">
                <a16:creationId xmlns:a16="http://schemas.microsoft.com/office/drawing/2014/main" id="{61C6F978-375A-EB7E-5B07-E0E9D20E97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5634" y="1748666"/>
            <a:ext cx="1190078" cy="1184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D1CE780-F2A4-485F-E21D-C2C3ACD704A0}"/>
              </a:ext>
            </a:extLst>
          </p:cNvPr>
          <p:cNvPicPr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7" t="5846" r="6154" b="20410"/>
          <a:stretch>
            <a:fillRect/>
          </a:stretch>
        </p:blipFill>
        <p:spPr bwMode="auto">
          <a:xfrm>
            <a:off x="4543987" y="4111203"/>
            <a:ext cx="1552013" cy="172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44" name="Picture 4" descr="NATIONAL CENTRE FOR AGRICULTURAL MECHANIZATION (NCAM),  ILORIN-PRE-QUALIFICATION/EXPRESSION OF INTEREST (EOI) FOR THE EXECUTION OF  2025 CAPITAL, CONSTITUENCY AND ZONAL INTERVENTION PROJECTS | Public  Procurement NG">
            <a:extLst>
              <a:ext uri="{FF2B5EF4-FFF2-40B4-BE49-F238E27FC236}">
                <a16:creationId xmlns:a16="http://schemas.microsoft.com/office/drawing/2014/main" id="{81562C99-7355-6EE0-B9D0-A9EBC056A8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637" y="4159158"/>
            <a:ext cx="1684095" cy="1506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55AD69A-555B-D709-4107-3985DBDEB083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9193" y="1393878"/>
            <a:ext cx="1293145" cy="1775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46" name="Picture 6" descr="University of Abomey-Calavi - weADAPT">
            <a:extLst>
              <a:ext uri="{FF2B5EF4-FFF2-40B4-BE49-F238E27FC236}">
                <a16:creationId xmlns:a16="http://schemas.microsoft.com/office/drawing/2014/main" id="{AB916265-DE3B-08C1-12C5-8F2650D8A0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3501" y="1598293"/>
            <a:ext cx="1192992" cy="1252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6E2874E-6D15-7267-F3F1-BB637B0D48D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27252" y="3992902"/>
            <a:ext cx="1379220" cy="1838960"/>
          </a:xfrm>
          <a:prstGeom prst="rect">
            <a:avLst/>
          </a:prstGeom>
        </p:spPr>
      </p:pic>
      <p:pic>
        <p:nvPicPr>
          <p:cNvPr id="10248" name="Picture 8" descr="NGC declares N13.29bn profit, diversifies into gas processing – The Sun  Nigeria">
            <a:extLst>
              <a:ext uri="{FF2B5EF4-FFF2-40B4-BE49-F238E27FC236}">
                <a16:creationId xmlns:a16="http://schemas.microsoft.com/office/drawing/2014/main" id="{3D235235-B304-EC3A-97EA-9CCB6D9B9D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0496" y="4294643"/>
            <a:ext cx="1263304" cy="1235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9266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ECB0-0677-5879-0465-F5107024F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G" b="1" dirty="0"/>
              <a:t>Speakers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289408-5C89-6678-05C3-758A18A74F85}"/>
              </a:ext>
            </a:extLst>
          </p:cNvPr>
          <p:cNvSpPr txBox="1"/>
          <p:nvPr/>
        </p:nvSpPr>
        <p:spPr>
          <a:xfrm>
            <a:off x="204716" y="3271050"/>
            <a:ext cx="3343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Emmanuel </a:t>
            </a:r>
            <a:r>
              <a:rPr lang="en-GB" b="1" dirty="0" err="1"/>
              <a:t>Okeoghene</a:t>
            </a:r>
            <a:r>
              <a:rPr lang="en-GB" b="1" dirty="0"/>
              <a:t> </a:t>
            </a:r>
            <a:r>
              <a:rPr lang="en-GB" b="1" dirty="0" err="1"/>
              <a:t>Efeonah</a:t>
            </a:r>
            <a:r>
              <a:rPr lang="en-GB" b="1" dirty="0"/>
              <a:t> </a:t>
            </a:r>
            <a:endParaRPr lang="en-NG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D3462B-B99B-1E78-D7C1-435BCCFE1123}"/>
              </a:ext>
            </a:extLst>
          </p:cNvPr>
          <p:cNvSpPr txBox="1"/>
          <p:nvPr/>
        </p:nvSpPr>
        <p:spPr>
          <a:xfrm>
            <a:off x="109182" y="5857172"/>
            <a:ext cx="3439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Williams </a:t>
            </a:r>
            <a:r>
              <a:rPr lang="en-GB" b="1" dirty="0" err="1"/>
              <a:t>Chukwuemeke</a:t>
            </a:r>
            <a:r>
              <a:rPr lang="en-GB" b="1" dirty="0"/>
              <a:t> </a:t>
            </a:r>
            <a:r>
              <a:rPr lang="en-GB" b="1" dirty="0" err="1"/>
              <a:t>Ajuwaeze</a:t>
            </a:r>
            <a:r>
              <a:rPr lang="en-GB" b="1" dirty="0"/>
              <a:t> </a:t>
            </a:r>
            <a:endParaRPr lang="en-NG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EBD053-DEFB-18FC-B29E-DCBD1CF995F9}"/>
              </a:ext>
            </a:extLst>
          </p:cNvPr>
          <p:cNvSpPr txBox="1"/>
          <p:nvPr/>
        </p:nvSpPr>
        <p:spPr>
          <a:xfrm>
            <a:off x="4208065" y="5873092"/>
            <a:ext cx="3084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Lamidi Kehinde Felix </a:t>
            </a:r>
            <a:endParaRPr lang="en-NG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0BE6DE-91D7-4D85-E8CA-49263FD4C0ED}"/>
              </a:ext>
            </a:extLst>
          </p:cNvPr>
          <p:cNvSpPr txBox="1"/>
          <p:nvPr/>
        </p:nvSpPr>
        <p:spPr>
          <a:xfrm>
            <a:off x="8045369" y="5834420"/>
            <a:ext cx="3084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err="1"/>
              <a:t>Olukunle</a:t>
            </a:r>
            <a:r>
              <a:rPr lang="en-GB" b="1" dirty="0"/>
              <a:t> Charles </a:t>
            </a:r>
            <a:r>
              <a:rPr lang="en-GB" b="1" dirty="0" err="1"/>
              <a:t>Olawole</a:t>
            </a:r>
            <a:endParaRPr lang="en-NG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BA34E3-F597-0EC1-6C04-8D8F0D0A2C96}"/>
              </a:ext>
            </a:extLst>
          </p:cNvPr>
          <p:cNvSpPr txBox="1"/>
          <p:nvPr/>
        </p:nvSpPr>
        <p:spPr>
          <a:xfrm>
            <a:off x="4461777" y="3291382"/>
            <a:ext cx="2637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Umar Abubakar </a:t>
            </a:r>
            <a:endParaRPr lang="en-NG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BA1BB7D-480C-32FF-2263-F962311FB94B}"/>
              </a:ext>
            </a:extLst>
          </p:cNvPr>
          <p:cNvSpPr txBox="1"/>
          <p:nvPr/>
        </p:nvSpPr>
        <p:spPr>
          <a:xfrm>
            <a:off x="7797437" y="3239062"/>
            <a:ext cx="3084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BABALOLA Philip Olufemi</a:t>
            </a:r>
            <a:endParaRPr lang="en-NG" b="1" dirty="0"/>
          </a:p>
        </p:txBody>
      </p:sp>
      <p:pic>
        <p:nvPicPr>
          <p:cNvPr id="8204" name="Picture 12" descr="Covenant in Timeline - Covenant University">
            <a:extLst>
              <a:ext uri="{FF2B5EF4-FFF2-40B4-BE49-F238E27FC236}">
                <a16:creationId xmlns:a16="http://schemas.microsoft.com/office/drawing/2014/main" id="{2E03B5D5-A68D-6B3D-DD24-BA043FD9B8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4043" y="1773992"/>
            <a:ext cx="1276737" cy="1305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2" descr="Covenant in Timeline - Covenant University">
            <a:extLst>
              <a:ext uri="{FF2B5EF4-FFF2-40B4-BE49-F238E27FC236}">
                <a16:creationId xmlns:a16="http://schemas.microsoft.com/office/drawing/2014/main" id="{65EF5212-9041-ACF8-666B-BE50D40BED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2531" y="4264582"/>
            <a:ext cx="1370164" cy="1401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BC559FF-15FC-6E71-CDBF-EA58F8DD0DA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278" y="1508879"/>
            <a:ext cx="1615735" cy="1730183"/>
          </a:xfrm>
          <a:prstGeom prst="rect">
            <a:avLst/>
          </a:prstGeom>
          <a:noFill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DE6824A-40C2-7684-2DA6-B32918BF2F5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162" y="4158505"/>
            <a:ext cx="1466146" cy="1723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5348A6-D76E-BB69-8AFA-75CC98886AD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94" r="14022"/>
          <a:stretch/>
        </p:blipFill>
        <p:spPr bwMode="auto">
          <a:xfrm>
            <a:off x="4484261" y="1526450"/>
            <a:ext cx="1574142" cy="164317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66A349-6D4D-80D6-BF00-19671ED17BA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3523" y="4086996"/>
            <a:ext cx="1360594" cy="1757110"/>
          </a:xfrm>
          <a:prstGeom prst="rect">
            <a:avLst/>
          </a:prstGeom>
        </p:spPr>
      </p:pic>
      <p:pic>
        <p:nvPicPr>
          <p:cNvPr id="12290" name="Picture 2" descr="Kogi State University, Kabba | Kabba">
            <a:extLst>
              <a:ext uri="{FF2B5EF4-FFF2-40B4-BE49-F238E27FC236}">
                <a16:creationId xmlns:a16="http://schemas.microsoft.com/office/drawing/2014/main" id="{C86B9291-3F19-8104-15CB-2D0B1093E0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7147" y="4312006"/>
            <a:ext cx="1332117" cy="1332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 descr="Philip BABALOLA | Associate Professor | Doctor of Philosophy | Covenant  University, Ota | Department of Mechanical Engineering | Research profile">
            <a:extLst>
              <a:ext uri="{FF2B5EF4-FFF2-40B4-BE49-F238E27FC236}">
                <a16:creationId xmlns:a16="http://schemas.microsoft.com/office/drawing/2014/main" id="{B5F9937B-1349-383F-A877-CCFD5B7BC4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5650" y="1555701"/>
            <a:ext cx="1570717" cy="1570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2" descr="Covenant in Timeline - Covenant University">
            <a:extLst>
              <a:ext uri="{FF2B5EF4-FFF2-40B4-BE49-F238E27FC236}">
                <a16:creationId xmlns:a16="http://schemas.microsoft.com/office/drawing/2014/main" id="{15DE89CF-788D-214C-9B9C-EA2BD96CE0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6289" y="1672143"/>
            <a:ext cx="1276737" cy="1305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2" descr="Covenant in Timeline - Covenant University">
            <a:extLst>
              <a:ext uri="{FF2B5EF4-FFF2-40B4-BE49-F238E27FC236}">
                <a16:creationId xmlns:a16="http://schemas.microsoft.com/office/drawing/2014/main" id="{91FBACA1-358D-4330-3BF2-7AA83629A3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1781" y="4250194"/>
            <a:ext cx="1276737" cy="1305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4" name="Picture 6" descr="Olukunle OLAWOLE | Lecturer | Doctor of Philosophy (PhD) | Covenant  University, Ota | Research profile">
            <a:extLst>
              <a:ext uri="{FF2B5EF4-FFF2-40B4-BE49-F238E27FC236}">
                <a16:creationId xmlns:a16="http://schemas.microsoft.com/office/drawing/2014/main" id="{7B3C8DA3-6C83-5F69-89A6-F3B45BE39C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2706" y="4141127"/>
            <a:ext cx="1643815" cy="1643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6" name="Picture 8" descr="Ahmadu Bello University Zaria | Zaria">
            <a:extLst>
              <a:ext uri="{FF2B5EF4-FFF2-40B4-BE49-F238E27FC236}">
                <a16:creationId xmlns:a16="http://schemas.microsoft.com/office/drawing/2014/main" id="{C6597508-FBEA-DC1F-AB04-3782E36441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3686" y="1862087"/>
            <a:ext cx="1295578" cy="1217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0990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ECB0-0677-5879-0465-F5107024F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G" b="1" dirty="0"/>
              <a:t>Speakers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289408-5C89-6678-05C3-758A18A74F85}"/>
              </a:ext>
            </a:extLst>
          </p:cNvPr>
          <p:cNvSpPr txBox="1"/>
          <p:nvPr/>
        </p:nvSpPr>
        <p:spPr>
          <a:xfrm>
            <a:off x="377587" y="2677713"/>
            <a:ext cx="114368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Nwosu-</a:t>
            </a:r>
            <a:r>
              <a:rPr lang="en-GB" sz="2800" b="1" dirty="0" err="1"/>
              <a:t>Obieogu</a:t>
            </a:r>
            <a:r>
              <a:rPr lang="en-GB" sz="2800" b="1" dirty="0"/>
              <a:t> </a:t>
            </a:r>
            <a:r>
              <a:rPr lang="en-GB" sz="2800" b="1" dirty="0" err="1"/>
              <a:t>Kenechi</a:t>
            </a:r>
            <a:r>
              <a:rPr lang="en-GB" sz="2800" b="1" dirty="0"/>
              <a:t> , Michael Okpara University of Agriculture, </a:t>
            </a:r>
            <a:r>
              <a:rPr lang="en-GB" sz="2800" b="1" dirty="0" err="1"/>
              <a:t>Umudike</a:t>
            </a:r>
            <a:r>
              <a:rPr lang="en-GB" sz="2800" b="1" dirty="0"/>
              <a:t>, Nigeria</a:t>
            </a:r>
            <a:endParaRPr lang="en-NG" sz="28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D3462B-B99B-1E78-D7C1-435BCCFE1123}"/>
              </a:ext>
            </a:extLst>
          </p:cNvPr>
          <p:cNvSpPr txBox="1"/>
          <p:nvPr/>
        </p:nvSpPr>
        <p:spPr>
          <a:xfrm>
            <a:off x="395784" y="5884257"/>
            <a:ext cx="93077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Olufemi </a:t>
            </a:r>
            <a:r>
              <a:rPr lang="en-GB" sz="2800" b="1" dirty="0" err="1"/>
              <a:t>Amudipe</a:t>
            </a:r>
            <a:r>
              <a:rPr lang="en-GB" sz="2800" b="1" dirty="0"/>
              <a:t>, Bowen University Iwo, Nigeria</a:t>
            </a:r>
            <a:endParaRPr lang="en-NG" sz="28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BA34E3-F597-0EC1-6C04-8D8F0D0A2C96}"/>
              </a:ext>
            </a:extLst>
          </p:cNvPr>
          <p:cNvSpPr txBox="1"/>
          <p:nvPr/>
        </p:nvSpPr>
        <p:spPr>
          <a:xfrm>
            <a:off x="326408" y="4867057"/>
            <a:ext cx="11027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 err="1"/>
              <a:t>Kesyton</a:t>
            </a:r>
            <a:r>
              <a:rPr lang="en-GB" sz="2800" b="1" dirty="0"/>
              <a:t> </a:t>
            </a:r>
            <a:r>
              <a:rPr lang="en-GB" sz="2800" b="1" dirty="0" err="1"/>
              <a:t>Oyamenda</a:t>
            </a:r>
            <a:r>
              <a:rPr lang="en-GB" sz="2800" b="1" dirty="0"/>
              <a:t> </a:t>
            </a:r>
            <a:r>
              <a:rPr lang="en-GB" sz="2800" b="1" dirty="0" err="1"/>
              <a:t>Ozegin</a:t>
            </a:r>
            <a:r>
              <a:rPr lang="en-GB" sz="2800" b="1" dirty="0"/>
              <a:t>, Ambrose Alli University </a:t>
            </a:r>
            <a:r>
              <a:rPr lang="en-GB" sz="2800" b="1" dirty="0" err="1"/>
              <a:t>Ekpoma</a:t>
            </a:r>
            <a:r>
              <a:rPr lang="en-GB" sz="2800" b="1" dirty="0"/>
              <a:t>, Nigeria</a:t>
            </a:r>
            <a:endParaRPr lang="en-NG" sz="28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BA1BB7D-480C-32FF-2263-F962311FB94B}"/>
              </a:ext>
            </a:extLst>
          </p:cNvPr>
          <p:cNvSpPr txBox="1"/>
          <p:nvPr/>
        </p:nvSpPr>
        <p:spPr>
          <a:xfrm>
            <a:off x="300252" y="4081046"/>
            <a:ext cx="103177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Elijah </a:t>
            </a:r>
            <a:r>
              <a:rPr lang="en-GB" sz="2800" b="1" dirty="0" err="1"/>
              <a:t>Eferoghene</a:t>
            </a:r>
            <a:r>
              <a:rPr lang="en-GB" sz="2800" b="1" dirty="0"/>
              <a:t> </a:t>
            </a:r>
            <a:r>
              <a:rPr lang="en-GB" sz="2800" b="1" dirty="0" err="1"/>
              <a:t>Onojowho</a:t>
            </a:r>
            <a:r>
              <a:rPr lang="en-GB" sz="2800" b="1" dirty="0"/>
              <a:t>, University of Nigeria Nsukka, Nigeria</a:t>
            </a:r>
            <a:endParaRPr lang="en-NG" sz="28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C5AAB5-F2CF-07D1-93F0-E5F059DB171A}"/>
              </a:ext>
            </a:extLst>
          </p:cNvPr>
          <p:cNvSpPr txBox="1"/>
          <p:nvPr/>
        </p:nvSpPr>
        <p:spPr>
          <a:xfrm>
            <a:off x="368491" y="1476426"/>
            <a:ext cx="1111230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Daniel </a:t>
            </a:r>
            <a:r>
              <a:rPr lang="en-GB" sz="2800" b="1" dirty="0" err="1"/>
              <a:t>Uchenna</a:t>
            </a:r>
            <a:r>
              <a:rPr lang="en-GB" sz="2800" b="1" dirty="0"/>
              <a:t> </a:t>
            </a:r>
            <a:r>
              <a:rPr lang="en-GB" sz="2800" b="1" dirty="0" err="1"/>
              <a:t>Achilihu</a:t>
            </a:r>
            <a:r>
              <a:rPr lang="en-GB" sz="2800" b="1" dirty="0"/>
              <a:t>, Wale University, Nigeria</a:t>
            </a:r>
          </a:p>
          <a:p>
            <a:endParaRPr lang="en-GB" sz="2800" b="1" dirty="0"/>
          </a:p>
          <a:p>
            <a:endParaRPr lang="en-NG" sz="2800" b="1" dirty="0"/>
          </a:p>
        </p:txBody>
      </p:sp>
    </p:spTree>
    <p:extLst>
      <p:ext uri="{BB962C8B-B14F-4D97-AF65-F5344CB8AC3E}">
        <p14:creationId xmlns:p14="http://schemas.microsoft.com/office/powerpoint/2010/main" val="1744176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ECB0-0677-5879-0465-F5107024F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G" b="1" dirty="0"/>
              <a:t>Speakers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EBD053-DEFB-18FC-B29E-DCBD1CF995F9}"/>
              </a:ext>
            </a:extLst>
          </p:cNvPr>
          <p:cNvSpPr txBox="1"/>
          <p:nvPr/>
        </p:nvSpPr>
        <p:spPr>
          <a:xfrm>
            <a:off x="479940" y="1478062"/>
            <a:ext cx="100151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Rishabh Joshi, Shri </a:t>
            </a:r>
            <a:r>
              <a:rPr lang="en-GB" sz="2800" b="1" dirty="0" err="1"/>
              <a:t>Ramswaroop</a:t>
            </a:r>
            <a:r>
              <a:rPr lang="en-GB" sz="2800" b="1" dirty="0"/>
              <a:t> Memorial University, India</a:t>
            </a:r>
            <a:endParaRPr lang="en-NG" sz="28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0BE6DE-91D7-4D85-E8CA-49263FD4C0ED}"/>
              </a:ext>
            </a:extLst>
          </p:cNvPr>
          <p:cNvSpPr txBox="1"/>
          <p:nvPr/>
        </p:nvSpPr>
        <p:spPr>
          <a:xfrm>
            <a:off x="479940" y="2244568"/>
            <a:ext cx="88141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 err="1"/>
              <a:t>Sidum</a:t>
            </a:r>
            <a:r>
              <a:rPr lang="en-GB" sz="2800" b="1" dirty="0"/>
              <a:t> </a:t>
            </a:r>
            <a:r>
              <a:rPr lang="en-GB" sz="2800" b="1" dirty="0" err="1"/>
              <a:t>Adumene</a:t>
            </a:r>
            <a:r>
              <a:rPr lang="en-GB" sz="2800" b="1" dirty="0"/>
              <a:t>, Rivers State University, Nigeria </a:t>
            </a:r>
            <a:endParaRPr lang="en-NG" sz="28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580101-B092-B60F-B01A-DEDB81558268}"/>
              </a:ext>
            </a:extLst>
          </p:cNvPr>
          <p:cNvSpPr txBox="1"/>
          <p:nvPr/>
        </p:nvSpPr>
        <p:spPr>
          <a:xfrm>
            <a:off x="479940" y="2951946"/>
            <a:ext cx="10515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Adebisi </a:t>
            </a:r>
            <a:r>
              <a:rPr lang="en-GB" sz="2800" b="1" dirty="0" err="1"/>
              <a:t>Adedayo</a:t>
            </a:r>
            <a:r>
              <a:rPr lang="en-GB" sz="2800" b="1" dirty="0"/>
              <a:t>, Ibadan Electricity Distribution Company, Nigeria</a:t>
            </a:r>
            <a:endParaRPr lang="en-NG" sz="28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098D65-B50B-1E70-9466-FEC6341AB86E}"/>
              </a:ext>
            </a:extLst>
          </p:cNvPr>
          <p:cNvSpPr txBox="1"/>
          <p:nvPr/>
        </p:nvSpPr>
        <p:spPr>
          <a:xfrm>
            <a:off x="479940" y="3659324"/>
            <a:ext cx="1087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 err="1"/>
              <a:t>Oladapo</a:t>
            </a:r>
            <a:r>
              <a:rPr lang="en-GB" sz="2800" b="1" dirty="0"/>
              <a:t> </a:t>
            </a:r>
            <a:r>
              <a:rPr lang="en-GB" sz="2800" b="1" dirty="0" err="1"/>
              <a:t>Oladoja</a:t>
            </a:r>
            <a:r>
              <a:rPr lang="en-GB" sz="2800" b="1" dirty="0"/>
              <a:t>, Abiola Ajimobi Technical University, Ibadan, Nigeria </a:t>
            </a:r>
            <a:endParaRPr lang="en-NG" sz="28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215115-F2D8-AC06-E394-83BCF01CCF04}"/>
              </a:ext>
            </a:extLst>
          </p:cNvPr>
          <p:cNvSpPr txBox="1"/>
          <p:nvPr/>
        </p:nvSpPr>
        <p:spPr>
          <a:xfrm>
            <a:off x="479940" y="4444572"/>
            <a:ext cx="97103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 err="1"/>
              <a:t>Ugwu</a:t>
            </a:r>
            <a:r>
              <a:rPr lang="en-GB" sz="2800" b="1" dirty="0"/>
              <a:t> Ngozi </a:t>
            </a:r>
            <a:r>
              <a:rPr lang="en-GB" sz="2800" b="1" dirty="0" err="1"/>
              <a:t>Mirianrita</a:t>
            </a:r>
            <a:r>
              <a:rPr lang="en-GB" sz="2800" b="1" dirty="0"/>
              <a:t>, University of Nigeria Nsukka, Nigeria </a:t>
            </a:r>
            <a:endParaRPr lang="en-NG" sz="2800" b="1" dirty="0"/>
          </a:p>
        </p:txBody>
      </p:sp>
    </p:spTree>
    <p:extLst>
      <p:ext uri="{BB962C8B-B14F-4D97-AF65-F5344CB8AC3E}">
        <p14:creationId xmlns:p14="http://schemas.microsoft.com/office/powerpoint/2010/main" val="21650745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ECB0-0677-5879-0465-F5107024F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G" b="1" dirty="0"/>
              <a:t>Speakers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849DF0-8996-5A42-9CD2-9D4170243E94}"/>
              </a:ext>
            </a:extLst>
          </p:cNvPr>
          <p:cNvSpPr txBox="1"/>
          <p:nvPr/>
        </p:nvSpPr>
        <p:spPr>
          <a:xfrm>
            <a:off x="573204" y="1625406"/>
            <a:ext cx="95124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Ugonna </a:t>
            </a:r>
            <a:r>
              <a:rPr lang="en-GB" sz="2800" b="1" dirty="0" err="1"/>
              <a:t>Nkwunonwo</a:t>
            </a:r>
            <a:r>
              <a:rPr lang="en-GB" sz="2800" b="1" dirty="0"/>
              <a:t>, University of Nigeria Nsukka, Nigeria </a:t>
            </a:r>
            <a:endParaRPr lang="en-NG" sz="28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6796D9-7E3A-8D09-2AAB-686E0AE88836}"/>
              </a:ext>
            </a:extLst>
          </p:cNvPr>
          <p:cNvSpPr txBox="1"/>
          <p:nvPr/>
        </p:nvSpPr>
        <p:spPr>
          <a:xfrm>
            <a:off x="566390" y="2480967"/>
            <a:ext cx="105155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Kelechi Esther </a:t>
            </a:r>
            <a:r>
              <a:rPr lang="en-GB" sz="2800" b="1" dirty="0" err="1"/>
              <a:t>Onyemata</a:t>
            </a:r>
            <a:r>
              <a:rPr lang="en-GB" sz="2800" b="1" dirty="0"/>
              <a:t>, Nile University of Nigeria</a:t>
            </a:r>
            <a:endParaRPr lang="en-NG" sz="28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F23C499-9E79-2706-33D8-6BAA080DEDF9}"/>
              </a:ext>
            </a:extLst>
          </p:cNvPr>
          <p:cNvSpPr txBox="1"/>
          <p:nvPr/>
        </p:nvSpPr>
        <p:spPr>
          <a:xfrm>
            <a:off x="566390" y="3462125"/>
            <a:ext cx="105155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Maxime </a:t>
            </a:r>
            <a:r>
              <a:rPr lang="en-GB" sz="2800" b="1" dirty="0" err="1"/>
              <a:t>Mahugnon</a:t>
            </a:r>
            <a:r>
              <a:rPr lang="en-GB" sz="2800" b="1" dirty="0"/>
              <a:t> OBE, National University of Agriculture of </a:t>
            </a:r>
            <a:r>
              <a:rPr lang="en-GB" sz="2800" b="1" dirty="0" err="1"/>
              <a:t>Bénin</a:t>
            </a:r>
            <a:endParaRPr lang="en-NG" sz="28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920A218-19D5-2720-D980-AB73884398C9}"/>
              </a:ext>
            </a:extLst>
          </p:cNvPr>
          <p:cNvSpPr txBox="1"/>
          <p:nvPr/>
        </p:nvSpPr>
        <p:spPr>
          <a:xfrm>
            <a:off x="573204" y="4278487"/>
            <a:ext cx="11375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KOUNOU </a:t>
            </a:r>
            <a:r>
              <a:rPr lang="en-GB" sz="2800" b="1" dirty="0" err="1"/>
              <a:t>Nounagnon</a:t>
            </a:r>
            <a:r>
              <a:rPr lang="en-GB" sz="2800" b="1" dirty="0"/>
              <a:t> </a:t>
            </a:r>
            <a:r>
              <a:rPr lang="en-GB" sz="2800" b="1" dirty="0" err="1"/>
              <a:t>Roméo</a:t>
            </a:r>
            <a:r>
              <a:rPr lang="en-GB" sz="2800" b="1" dirty="0"/>
              <a:t> Roger, National University of Agriculture of </a:t>
            </a:r>
            <a:r>
              <a:rPr lang="en-GB" sz="2800" b="1" dirty="0" err="1"/>
              <a:t>Bénin</a:t>
            </a:r>
            <a:endParaRPr lang="en-NG" sz="2800" b="1" dirty="0"/>
          </a:p>
        </p:txBody>
      </p:sp>
    </p:spTree>
    <p:extLst>
      <p:ext uri="{BB962C8B-B14F-4D97-AF65-F5344CB8AC3E}">
        <p14:creationId xmlns:p14="http://schemas.microsoft.com/office/powerpoint/2010/main" val="1930123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238</Words>
  <Application>Microsoft Macintosh PowerPoint</Application>
  <PresentationFormat>Widescreen</PresentationFormat>
  <Paragraphs>56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NCCECC-2026</vt:lpstr>
      <vt:lpstr>Keynote Speaker</vt:lpstr>
      <vt:lpstr>Speakers</vt:lpstr>
      <vt:lpstr>Speakers</vt:lpstr>
      <vt:lpstr>Speakers</vt:lpstr>
      <vt:lpstr>Speakers</vt:lpstr>
      <vt:lpstr>Speakers</vt:lpstr>
      <vt:lpstr>Speakers</vt:lpstr>
      <vt:lpstr>Speakers</vt:lpstr>
      <vt:lpstr>Speakers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NCCECC-2026</dc:title>
  <dc:creator>moses emetere</dc:creator>
  <cp:lastModifiedBy>moses emetere</cp:lastModifiedBy>
  <cp:revision>1</cp:revision>
  <dcterms:created xsi:type="dcterms:W3CDTF">2026-05-26T04:59:08Z</dcterms:created>
  <dcterms:modified xsi:type="dcterms:W3CDTF">2026-05-26T05:02:22Z</dcterms:modified>
</cp:coreProperties>
</file>